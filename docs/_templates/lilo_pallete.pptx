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98BA"/>
    <a:srgbClr val="B509AC"/>
    <a:srgbClr val="E7C000"/>
    <a:srgbClr val="FD7E14"/>
    <a:srgbClr val="6610F2"/>
    <a:srgbClr val="42B983"/>
    <a:srgbClr val="AA3377"/>
    <a:srgbClr val="BBBBBB"/>
    <a:srgbClr val="CCBB44"/>
    <a:srgbClr val="528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C185-C8CF-A2E3-EA9D-715E25D4C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740A5-D017-30D6-AFA9-CF45C5063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D2873-BC96-454D-99A4-9A26F7B3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C1BF-0250-D290-30F6-83F510E8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DA5E8-D103-D3A7-C957-91BB8F97C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4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6182-8C47-3C84-E186-15663E38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1095-7384-DBB9-85A5-736C9F40A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23D29-1AC3-FF21-1A01-DA328B50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AB6A4-A4AD-4C74-590F-AFAF3575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FA30D-2586-F11B-E3B6-16FB9FD3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4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2FBB-EC29-C452-E2D5-FB8739E67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156D7-7EBD-BD79-B650-AEAC1BBF6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D7928-DFBD-FFBE-180C-8A750295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B1E85-A56A-D59B-7EBD-235A6E7E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0AC60-51BE-D822-6A5D-2338D210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2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DDD6-CBF0-A89B-87AD-B5E451E3B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1D619-B14B-4CFC-F1D1-7A412CF31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7530C-F3A7-74D1-F733-3B97E2124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34C7C-B410-80F0-F8EB-0688D666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4CCE0-4834-74B8-5BB3-682B1E9E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9CA3B-8C64-F237-CEA1-873B1346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10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8C00-251F-2FD1-3940-BF5F44AB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E421A-CE53-1851-3BF6-1BD72C60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CD35D-F662-0D46-9255-8EFE4490B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1C299-3705-211C-C5B2-71E28291A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494DE-31EA-9FD0-0476-3B27093DC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C58AA-414C-4EB7-9BC4-5EE34023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BC0CF-8F9B-1848-F42A-EF5ABACC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0BD0F7-FFE3-4E58-88E1-5954223C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8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D0E5-E129-046B-08BC-DF3CBE1F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21701-D2D3-339D-DE47-2317CD2F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4D72D-A3AB-47E8-9C7E-4C4D38C79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F4556-74ED-618B-C3EF-10CB3EDC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7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BC304-234A-3EC3-1449-F49E68C9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C804D-FC72-BFE0-8E39-E53725C99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4983E-624C-BB68-4839-87147310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0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ADF4-1FB8-B80C-1331-9C8B52EA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5A9A-D317-3C60-0F2A-74FCD76B8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D4A75-8179-AEEC-5CC0-01F4D07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9B784-3284-298F-4286-8FDA5C4D9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0F068-D41D-1C67-1CF5-D4634F90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FA753-1BD7-21B9-1D75-90F65CA8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65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026F1-9603-7BFD-284D-D760846A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70419-41BC-46DD-2223-5683668C5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99873-14E7-530B-C6BA-9592542F6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50595-4816-C196-3BAF-A82E2317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3C576-9AF3-3DBB-5576-D7C019FE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7645B-573E-04CF-4B01-FCBEDF1C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D302-0370-535A-AE08-2B601803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9783E-A687-24ED-DA9F-E42FD25C1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CB55E-E839-6B03-3BEC-258D3B6B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97A40-6F25-CA54-5058-AA01F966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72C90-8F32-4D44-A9ED-BCA140B2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45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D8727-BD3F-AFD2-3B0E-31ACF7886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BF7D0-A775-1D51-8002-184B15BDB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85373-BC73-61CE-EB6E-B4E6F788F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C1AA3-4D11-4D64-D314-E9626247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5F861-832C-7E4C-60CF-185A55AF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7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39BAE6-AB20-3665-E25E-BC57C464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7B5CF-3F6A-25ED-09F4-1B8420D4E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3F3BC-6E28-272B-A5A0-31081ECFF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DE24C-F83E-4B95-97D0-05E27B78EE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62135-4E10-9BFC-F395-4BC729E90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76D48-22F7-9F9D-33D0-52C4DB62C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631C2-D871-4056-9D4C-02E03A290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7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D28355F-F1D1-5763-37B7-0473911C23E0}"/>
              </a:ext>
            </a:extLst>
          </p:cNvPr>
          <p:cNvGrpSpPr/>
          <p:nvPr/>
        </p:nvGrpSpPr>
        <p:grpSpPr>
          <a:xfrm>
            <a:off x="1439575" y="1054033"/>
            <a:ext cx="4656425" cy="5041967"/>
            <a:chOff x="11563289" y="22789813"/>
            <a:chExt cx="7824559" cy="966881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49BA12-FB53-42DA-D58B-3EC516627FC3}"/>
                </a:ext>
              </a:extLst>
            </p:cNvPr>
            <p:cNvSpPr/>
            <p:nvPr/>
          </p:nvSpPr>
          <p:spPr>
            <a:xfrm>
              <a:off x="12895449" y="27886631"/>
              <a:ext cx="1163761" cy="4572000"/>
            </a:xfrm>
            <a:prstGeom prst="rect">
              <a:avLst/>
            </a:prstGeom>
            <a:solidFill>
              <a:srgbClr val="2B315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BFFE0D-91B8-C6CD-0AC0-FF862B8E7403}"/>
                </a:ext>
              </a:extLst>
            </p:cNvPr>
            <p:cNvSpPr/>
            <p:nvPr/>
          </p:nvSpPr>
          <p:spPr>
            <a:xfrm>
              <a:off x="11563289" y="27886631"/>
              <a:ext cx="1163761" cy="4572000"/>
            </a:xfrm>
            <a:prstGeom prst="rect">
              <a:avLst/>
            </a:prstGeom>
            <a:solidFill>
              <a:srgbClr val="55446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C9704C-820B-F708-4A35-E5DF7A7F018E}"/>
                </a:ext>
              </a:extLst>
            </p:cNvPr>
            <p:cNvSpPr/>
            <p:nvPr/>
          </p:nvSpPr>
          <p:spPr>
            <a:xfrm>
              <a:off x="14227609" y="27886631"/>
              <a:ext cx="1163761" cy="4572000"/>
            </a:xfrm>
            <a:prstGeom prst="rect">
              <a:avLst/>
            </a:prstGeom>
            <a:solidFill>
              <a:srgbClr val="3D57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804D9C9-5A2E-D3D8-3990-EB02BAD81553}"/>
                </a:ext>
              </a:extLst>
            </p:cNvPr>
            <p:cNvSpPr/>
            <p:nvPr/>
          </p:nvSpPr>
          <p:spPr>
            <a:xfrm>
              <a:off x="15559769" y="27886631"/>
              <a:ext cx="1163761" cy="4572000"/>
            </a:xfrm>
            <a:prstGeom prst="rect">
              <a:avLst/>
            </a:prstGeom>
            <a:solidFill>
              <a:srgbClr val="F0B7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573F22-6A3B-F439-3FB3-660071B72EA6}"/>
                </a:ext>
              </a:extLst>
            </p:cNvPr>
            <p:cNvSpPr/>
            <p:nvPr/>
          </p:nvSpPr>
          <p:spPr>
            <a:xfrm>
              <a:off x="16891928" y="27886631"/>
              <a:ext cx="1163761" cy="4572000"/>
            </a:xfrm>
            <a:prstGeom prst="rect">
              <a:avLst/>
            </a:prstGeom>
            <a:solidFill>
              <a:srgbClr val="771A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E4391B-9C2C-A883-3CF7-40ADE123F802}"/>
                </a:ext>
              </a:extLst>
            </p:cNvPr>
            <p:cNvSpPr/>
            <p:nvPr/>
          </p:nvSpPr>
          <p:spPr>
            <a:xfrm>
              <a:off x="12895449" y="22789813"/>
              <a:ext cx="1163761" cy="4572000"/>
            </a:xfrm>
            <a:prstGeom prst="rect">
              <a:avLst/>
            </a:prstGeom>
            <a:solidFill>
              <a:srgbClr val="2C4D9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B18D37-B4F5-0DCD-3CC4-D8FE9784BB50}"/>
                </a:ext>
              </a:extLst>
            </p:cNvPr>
            <p:cNvSpPr/>
            <p:nvPr/>
          </p:nvSpPr>
          <p:spPr>
            <a:xfrm>
              <a:off x="11563289" y="22789813"/>
              <a:ext cx="1163761" cy="4572000"/>
            </a:xfrm>
            <a:prstGeom prst="rect">
              <a:avLst/>
            </a:prstGeom>
            <a:solidFill>
              <a:srgbClr val="8059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9A757ED-D4F3-3F26-32F2-FAAB6F236244}"/>
                </a:ext>
              </a:extLst>
            </p:cNvPr>
            <p:cNvSpPr/>
            <p:nvPr/>
          </p:nvSpPr>
          <p:spPr>
            <a:xfrm>
              <a:off x="14227609" y="22789813"/>
              <a:ext cx="1163761" cy="4572000"/>
            </a:xfrm>
            <a:prstGeom prst="rect">
              <a:avLst/>
            </a:prstGeom>
            <a:solidFill>
              <a:srgbClr val="52899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46E6455-969C-E7EE-E15F-3D1F5D03B185}"/>
                </a:ext>
              </a:extLst>
            </p:cNvPr>
            <p:cNvSpPr/>
            <p:nvPr/>
          </p:nvSpPr>
          <p:spPr>
            <a:xfrm>
              <a:off x="15559769" y="22789813"/>
              <a:ext cx="1163761" cy="4572000"/>
            </a:xfrm>
            <a:prstGeom prst="rect">
              <a:avLst/>
            </a:prstGeom>
            <a:solidFill>
              <a:srgbClr val="DB6B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9552846-9C49-BD65-1268-54CD0420004D}"/>
                </a:ext>
              </a:extLst>
            </p:cNvPr>
            <p:cNvSpPr/>
            <p:nvPr/>
          </p:nvSpPr>
          <p:spPr>
            <a:xfrm>
              <a:off x="16891928" y="22789813"/>
              <a:ext cx="1163761" cy="4572000"/>
            </a:xfrm>
            <a:prstGeom prst="rect">
              <a:avLst/>
            </a:prstGeom>
            <a:solidFill>
              <a:srgbClr val="6B3B3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0A3F1F-17AF-B243-5ED6-968BC5D47AB8}"/>
                </a:ext>
              </a:extLst>
            </p:cNvPr>
            <p:cNvSpPr/>
            <p:nvPr/>
          </p:nvSpPr>
          <p:spPr>
            <a:xfrm>
              <a:off x="18224087" y="22789813"/>
              <a:ext cx="1163761" cy="4572000"/>
            </a:xfrm>
            <a:prstGeom prst="rect">
              <a:avLst/>
            </a:prstGeom>
            <a:solidFill>
              <a:srgbClr val="9A59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654595D-FB6F-C29E-3DC0-85D9934AE155}"/>
              </a:ext>
            </a:extLst>
          </p:cNvPr>
          <p:cNvSpPr/>
          <p:nvPr/>
        </p:nvSpPr>
        <p:spPr>
          <a:xfrm>
            <a:off x="5403441" y="3711854"/>
            <a:ext cx="692559" cy="2384146"/>
          </a:xfrm>
          <a:prstGeom prst="rect">
            <a:avLst/>
          </a:prstGeom>
          <a:solidFill>
            <a:srgbClr val="EB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0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9573F22-6A3B-F439-3FB3-660071B72EA6}"/>
              </a:ext>
            </a:extLst>
          </p:cNvPr>
          <p:cNvSpPr/>
          <p:nvPr/>
        </p:nvSpPr>
        <p:spPr>
          <a:xfrm>
            <a:off x="4579744" y="943966"/>
            <a:ext cx="692559" cy="2384146"/>
          </a:xfrm>
          <a:prstGeom prst="rect">
            <a:avLst/>
          </a:prstGeom>
          <a:solidFill>
            <a:srgbClr val="7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A757ED-D4F3-3F26-32F2-FAAB6F236244}"/>
              </a:ext>
            </a:extLst>
          </p:cNvPr>
          <p:cNvSpPr/>
          <p:nvPr/>
        </p:nvSpPr>
        <p:spPr>
          <a:xfrm>
            <a:off x="5459796" y="943966"/>
            <a:ext cx="692559" cy="2384146"/>
          </a:xfrm>
          <a:prstGeom prst="rect">
            <a:avLst/>
          </a:prstGeom>
          <a:solidFill>
            <a:srgbClr val="528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552846-9C49-BD65-1268-54CD0420004D}"/>
              </a:ext>
            </a:extLst>
          </p:cNvPr>
          <p:cNvSpPr/>
          <p:nvPr/>
        </p:nvSpPr>
        <p:spPr>
          <a:xfrm>
            <a:off x="7219901" y="943966"/>
            <a:ext cx="692559" cy="2384146"/>
          </a:xfrm>
          <a:prstGeom prst="rect">
            <a:avLst/>
          </a:prstGeom>
          <a:solidFill>
            <a:srgbClr val="6B3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133DB4-9146-AD18-1B45-C59DEEA429DB}"/>
              </a:ext>
            </a:extLst>
          </p:cNvPr>
          <p:cNvSpPr/>
          <p:nvPr/>
        </p:nvSpPr>
        <p:spPr>
          <a:xfrm>
            <a:off x="2819640" y="943966"/>
            <a:ext cx="692559" cy="2384146"/>
          </a:xfrm>
          <a:prstGeom prst="rect">
            <a:avLst/>
          </a:prstGeom>
          <a:solidFill>
            <a:srgbClr val="3D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9621AA-9936-5048-D64F-A194038D1E38}"/>
              </a:ext>
            </a:extLst>
          </p:cNvPr>
          <p:cNvSpPr/>
          <p:nvPr/>
        </p:nvSpPr>
        <p:spPr>
          <a:xfrm>
            <a:off x="3699692" y="943966"/>
            <a:ext cx="692559" cy="2384146"/>
          </a:xfrm>
          <a:prstGeom prst="rect">
            <a:avLst/>
          </a:prstGeom>
          <a:solidFill>
            <a:srgbClr val="EB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1AB63-58C5-44F3-6FEA-4FE4F1BE02BD}"/>
              </a:ext>
            </a:extLst>
          </p:cNvPr>
          <p:cNvSpPr/>
          <p:nvPr/>
        </p:nvSpPr>
        <p:spPr>
          <a:xfrm>
            <a:off x="6339848" y="943966"/>
            <a:ext cx="692559" cy="2384146"/>
          </a:xfrm>
          <a:prstGeom prst="rect">
            <a:avLst/>
          </a:prstGeom>
          <a:solidFill>
            <a:srgbClr val="554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659E1-F5C1-BC8A-87A9-344BE8535B9A}"/>
              </a:ext>
            </a:extLst>
          </p:cNvPr>
          <p:cNvSpPr/>
          <p:nvPr/>
        </p:nvSpPr>
        <p:spPr>
          <a:xfrm>
            <a:off x="4579744" y="6053666"/>
            <a:ext cx="692559" cy="161579"/>
          </a:xfrm>
          <a:prstGeom prst="rect">
            <a:avLst/>
          </a:prstGeom>
          <a:solidFill>
            <a:srgbClr val="22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5600E-92EA-86ED-3F36-3683AA42A24C}"/>
              </a:ext>
            </a:extLst>
          </p:cNvPr>
          <p:cNvSpPr/>
          <p:nvPr/>
        </p:nvSpPr>
        <p:spPr>
          <a:xfrm>
            <a:off x="5459796" y="6053666"/>
            <a:ext cx="692559" cy="161579"/>
          </a:xfrm>
          <a:prstGeom prst="rect">
            <a:avLst/>
          </a:prstGeom>
          <a:solidFill>
            <a:srgbClr val="CC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46F5F-065D-9001-219C-594DEC6BE691}"/>
              </a:ext>
            </a:extLst>
          </p:cNvPr>
          <p:cNvSpPr/>
          <p:nvPr/>
        </p:nvSpPr>
        <p:spPr>
          <a:xfrm>
            <a:off x="7219901" y="6053666"/>
            <a:ext cx="692559" cy="161579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EB7EBF-3F36-4599-A275-2C0886FB26F5}"/>
              </a:ext>
            </a:extLst>
          </p:cNvPr>
          <p:cNvSpPr/>
          <p:nvPr/>
        </p:nvSpPr>
        <p:spPr>
          <a:xfrm>
            <a:off x="2819640" y="6053666"/>
            <a:ext cx="692559" cy="161579"/>
          </a:xfrm>
          <a:prstGeom prst="rect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EFC41F-0052-AD79-FE8D-DE81F7C5D83B}"/>
              </a:ext>
            </a:extLst>
          </p:cNvPr>
          <p:cNvSpPr/>
          <p:nvPr/>
        </p:nvSpPr>
        <p:spPr>
          <a:xfrm>
            <a:off x="3699692" y="6053666"/>
            <a:ext cx="692559" cy="161579"/>
          </a:xfrm>
          <a:prstGeom prst="rect">
            <a:avLst/>
          </a:prstGeom>
          <a:solidFill>
            <a:srgbClr val="EE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D96216-953D-A47E-EF8B-7705E09A2C5C}"/>
              </a:ext>
            </a:extLst>
          </p:cNvPr>
          <p:cNvSpPr/>
          <p:nvPr/>
        </p:nvSpPr>
        <p:spPr>
          <a:xfrm>
            <a:off x="6339848" y="6053666"/>
            <a:ext cx="692559" cy="161579"/>
          </a:xfrm>
          <a:prstGeom prst="rect">
            <a:avLst/>
          </a:prstGeom>
          <a:solidFill>
            <a:srgbClr val="AA3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8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9573F22-6A3B-F439-3FB3-660071B72EA6}"/>
              </a:ext>
            </a:extLst>
          </p:cNvPr>
          <p:cNvSpPr/>
          <p:nvPr/>
        </p:nvSpPr>
        <p:spPr>
          <a:xfrm>
            <a:off x="4579744" y="1044854"/>
            <a:ext cx="692559" cy="2384146"/>
          </a:xfrm>
          <a:prstGeom prst="rect">
            <a:avLst/>
          </a:prstGeom>
          <a:solidFill>
            <a:srgbClr val="7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A757ED-D4F3-3F26-32F2-FAAB6F236244}"/>
              </a:ext>
            </a:extLst>
          </p:cNvPr>
          <p:cNvSpPr/>
          <p:nvPr/>
        </p:nvSpPr>
        <p:spPr>
          <a:xfrm>
            <a:off x="5459796" y="1044854"/>
            <a:ext cx="692559" cy="2384146"/>
          </a:xfrm>
          <a:prstGeom prst="rect">
            <a:avLst/>
          </a:prstGeom>
          <a:solidFill>
            <a:srgbClr val="528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552846-9C49-BD65-1268-54CD0420004D}"/>
              </a:ext>
            </a:extLst>
          </p:cNvPr>
          <p:cNvSpPr/>
          <p:nvPr/>
        </p:nvSpPr>
        <p:spPr>
          <a:xfrm>
            <a:off x="7219901" y="1044854"/>
            <a:ext cx="692559" cy="2384146"/>
          </a:xfrm>
          <a:prstGeom prst="rect">
            <a:avLst/>
          </a:prstGeom>
          <a:solidFill>
            <a:srgbClr val="6B3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133DB4-9146-AD18-1B45-C59DEEA429DB}"/>
              </a:ext>
            </a:extLst>
          </p:cNvPr>
          <p:cNvSpPr/>
          <p:nvPr/>
        </p:nvSpPr>
        <p:spPr>
          <a:xfrm>
            <a:off x="2819640" y="1044854"/>
            <a:ext cx="692559" cy="2384146"/>
          </a:xfrm>
          <a:prstGeom prst="rect">
            <a:avLst/>
          </a:prstGeom>
          <a:solidFill>
            <a:srgbClr val="3D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9621AA-9936-5048-D64F-A194038D1E38}"/>
              </a:ext>
            </a:extLst>
          </p:cNvPr>
          <p:cNvSpPr/>
          <p:nvPr/>
        </p:nvSpPr>
        <p:spPr>
          <a:xfrm>
            <a:off x="3699692" y="1044854"/>
            <a:ext cx="692559" cy="2384146"/>
          </a:xfrm>
          <a:prstGeom prst="rect">
            <a:avLst/>
          </a:prstGeom>
          <a:solidFill>
            <a:srgbClr val="EB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1AB63-58C5-44F3-6FEA-4FE4F1BE02BD}"/>
              </a:ext>
            </a:extLst>
          </p:cNvPr>
          <p:cNvSpPr/>
          <p:nvPr/>
        </p:nvSpPr>
        <p:spPr>
          <a:xfrm>
            <a:off x="6339848" y="1044854"/>
            <a:ext cx="692559" cy="2384146"/>
          </a:xfrm>
          <a:prstGeom prst="rect">
            <a:avLst/>
          </a:prstGeom>
          <a:solidFill>
            <a:srgbClr val="554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F0C36-E55E-ABB7-EA09-75C5B0CF001F}"/>
              </a:ext>
            </a:extLst>
          </p:cNvPr>
          <p:cNvSpPr/>
          <p:nvPr/>
        </p:nvSpPr>
        <p:spPr>
          <a:xfrm>
            <a:off x="4579744" y="3922509"/>
            <a:ext cx="692559" cy="2384146"/>
          </a:xfrm>
          <a:prstGeom prst="rect">
            <a:avLst/>
          </a:prstGeom>
          <a:solidFill>
            <a:srgbClr val="B50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B509AC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EC08EB-BF35-B47D-8EF9-06900638D123}"/>
              </a:ext>
            </a:extLst>
          </p:cNvPr>
          <p:cNvSpPr/>
          <p:nvPr/>
        </p:nvSpPr>
        <p:spPr>
          <a:xfrm>
            <a:off x="5459796" y="3922509"/>
            <a:ext cx="692559" cy="2384146"/>
          </a:xfrm>
          <a:prstGeom prst="rect">
            <a:avLst/>
          </a:prstGeom>
          <a:solidFill>
            <a:srgbClr val="42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B98C9-16CF-5B48-AB77-2BFDE1299046}"/>
              </a:ext>
            </a:extLst>
          </p:cNvPr>
          <p:cNvSpPr/>
          <p:nvPr/>
        </p:nvSpPr>
        <p:spPr>
          <a:xfrm>
            <a:off x="7219901" y="3922509"/>
            <a:ext cx="692559" cy="2384146"/>
          </a:xfrm>
          <a:prstGeom prst="rect">
            <a:avLst/>
          </a:prstGeom>
          <a:solidFill>
            <a:srgbClr val="E7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728E6A-2DA3-2E46-967F-D67FEABDFF94}"/>
              </a:ext>
            </a:extLst>
          </p:cNvPr>
          <p:cNvSpPr/>
          <p:nvPr/>
        </p:nvSpPr>
        <p:spPr>
          <a:xfrm>
            <a:off x="2819640" y="3922509"/>
            <a:ext cx="692559" cy="2384146"/>
          </a:xfrm>
          <a:prstGeom prst="rect">
            <a:avLst/>
          </a:prstGeom>
          <a:solidFill>
            <a:srgbClr val="269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2698BA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872472-A985-BF13-5749-DA295F0860D4}"/>
              </a:ext>
            </a:extLst>
          </p:cNvPr>
          <p:cNvSpPr/>
          <p:nvPr/>
        </p:nvSpPr>
        <p:spPr>
          <a:xfrm>
            <a:off x="3699692" y="3922509"/>
            <a:ext cx="692559" cy="2384146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2DAE6-D637-358C-39F6-FF43AA12ED29}"/>
              </a:ext>
            </a:extLst>
          </p:cNvPr>
          <p:cNvSpPr/>
          <p:nvPr/>
        </p:nvSpPr>
        <p:spPr>
          <a:xfrm>
            <a:off x="6339848" y="3922509"/>
            <a:ext cx="692559" cy="2384146"/>
          </a:xfrm>
          <a:prstGeom prst="rect">
            <a:avLst/>
          </a:prstGeom>
          <a:solidFill>
            <a:srgbClr val="661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Chrystal Chern</dc:creator>
  <cp:lastModifiedBy>Chrystal Chern</cp:lastModifiedBy>
  <cp:revision>9</cp:revision>
  <dcterms:created xsi:type="dcterms:W3CDTF">2023-08-24T05:17:17Z</dcterms:created>
  <dcterms:modified xsi:type="dcterms:W3CDTF">2026-06-19T23:22:58Z</dcterms:modified>
</cp:coreProperties>
</file>